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10312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84831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9E0B"/>
                </a:solidFill>
                <a:latin typeface="Consolas"/>
              </a:rPr>
              <a:t>PANDUAN PENGGUNAAN  ·  SATU SIKLUS PENUH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395728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8FAFC"/>
                </a:solidFill>
                <a:latin typeface="Segoe UI"/>
              </a:rPr>
              <a:t>Cara Menggunakan Integrated Smart Hauling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10128"/>
            <a:ext cx="9509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3AEC2"/>
                </a:solidFill>
                <a:latin typeface="Segoe UI"/>
              </a:rPr>
              <a:t>Mengikuti enam truk dari gerbang masuk sampai laporan PDF dan Excel.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A3AEC2"/>
                </a:solidFill>
                <a:latin typeface="Segoe UI"/>
              </a:rPr>
              <a:t>Semua tangkapan layar berasal dari satu kali jalan yang sama, dengan data sungguhan — termasuk satu truk yang tidak ada di master.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688"/>
                </a:solidFill>
                <a:latin typeface="Consolas"/>
              </a:rPr>
              <a:t>Tangkapan layar: 8 Agustus 2026  ·  Gate A masuk, Gate B keluar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KONSEP INTI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Satu Ritase = Masuk + Keluar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550920" cy="3246120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10512"/>
            <a:ext cx="3093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9E0B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309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8FAFC"/>
                </a:solidFill>
                <a:latin typeface="Segoe UI"/>
              </a:rPr>
              <a:t>Terbaca Masuk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88920"/>
            <a:ext cx="30388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A3AEC2"/>
                </a:solidFill>
                <a:latin typeface="Segoe UI"/>
              </a:rPr>
              <a:t>Kamera di gerbang masuk membaca nomor lambung. Pusat mencatat truk itu berada di dalam area tambang.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60" y="1600200"/>
            <a:ext cx="3550920" cy="3246120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4192" y="1810512"/>
            <a:ext cx="3093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192" y="2267712"/>
            <a:ext cx="309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8FAFC"/>
                </a:solidFill>
                <a:latin typeface="Segoe UI"/>
              </a:rPr>
              <a:t>Di Dalam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4192" y="2788920"/>
            <a:ext cx="30388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A3AEC2"/>
                </a:solidFill>
                <a:latin typeface="Segoe UI"/>
              </a:rPr>
              <a:t>Selama belum terbaca di gerbang keluar, truk dihitung masih di dalam. Belum jadi ritase.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00" y="1600200"/>
            <a:ext cx="3550920" cy="3246120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9432" y="1810512"/>
            <a:ext cx="3093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9432" y="2267712"/>
            <a:ext cx="3093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8FAFC"/>
                </a:solidFill>
                <a:latin typeface="Segoe UI"/>
              </a:rPr>
              <a:t>Terbaca Keluar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9432" y="2788920"/>
            <a:ext cx="30388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A3AEC2"/>
                </a:solidFill>
                <a:latin typeface="Segoe UI"/>
              </a:rPr>
              <a:t>Nomor yang sama terbaca di gerbang keluar. Siklus tertutup, dan tercatat satu ritase beserta durasinya.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0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Pemasangan dilakukan per nomor lambung, bukan per pasangan gate. Truk boleh masuk dan keluar lewat gerbang yang berbeda. Lintasan yang tidak menemukan pasangannya tidak dibuang — ia ditandai supaya bisa ditelusuri.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PETA LAYAR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Dua Jenis Konsol, Tugas Berbeda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1201400" cy="384048"/>
          </a:xfrm>
          <a:prstGeom prst="rect">
            <a:avLst/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618488"/>
            <a:ext cx="2204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9E0B"/>
                </a:solidFill>
                <a:latin typeface="Consolas"/>
              </a:rPr>
              <a:t>Konsol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8119" y="1618488"/>
            <a:ext cx="312245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9E0B"/>
                </a:solidFill>
                <a:latin typeface="Consolas"/>
              </a:rPr>
              <a:t>Dipakai 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450" y="1618488"/>
            <a:ext cx="53260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59E0B"/>
                </a:solidFill>
                <a:latin typeface="Consolas"/>
              </a:rPr>
              <a:t>Untuk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993392"/>
            <a:ext cx="22043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Konsol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8119" y="1993392"/>
            <a:ext cx="31224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C2"/>
                </a:solidFill>
                <a:latin typeface="Consolas"/>
              </a:rPr>
              <a:t>layar di gerbang, satu per perangkat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450" y="1993392"/>
            <a:ext cx="532600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C2"/>
                </a:solidFill>
                <a:latin typeface="Consolas"/>
              </a:rPr>
              <a:t>melihat pembacaan terjadi, memeriksa hasil baca, mengecek kesehatan perangkat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377440"/>
            <a:ext cx="220430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8FAFC"/>
                </a:solidFill>
                <a:latin typeface="Segoe UI"/>
              </a:rPr>
              <a:t>Konsol Pusat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8119" y="2377440"/>
            <a:ext cx="312245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C2"/>
                </a:solidFill>
                <a:latin typeface="Consolas"/>
              </a:rPr>
              <a:t>kantor / ruang kendali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450" y="2377440"/>
            <a:ext cx="532600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A3AEC2"/>
                </a:solidFill>
                <a:latin typeface="Consolas"/>
              </a:rPr>
              <a:t>posisi truk, penghitungan ritase, riwayat pembacaan, laporan shift dan ekspor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99008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Konsol gate dilayani oleh perangkat gate itu sendiri, jadi tetap bisa dibuka saat jaringan ke pusat terputus — hasil bacanya mengantre dan terkirim sendiri begitu jaringan pulih.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1  ·  KONSOL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Gerbang Siap, Belum Ada Truk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gate-a-siag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Gate A  ·  Detail: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Kiri atas: kode gate dan arahnya — CAM-GATE-A, MASUK. Arah ini datang dari pusat, bukan disetel di perangkat.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Kotak hijau menandai tempat sistem sedang mencari nomor lambung.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Strip bawah adalah kesehatan perangkat: kamera, arah, sambungan ke pusat, jumlah antrean kirim, mesin pembaca, dan jumlah unit di master.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Saklar Detail: OFF adalah tampilan kerja sehari-hari — tanpa angka teknis.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Tombol Jalankan Uji memutar rekaman lewat proses yang sama persis dengan truk sungguhan, untuk pembuktian tanpa menunggu truk lewat.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2  ·  PEMBACAAN MASUK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Truk Lewat, Nomornya Terbaca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gate-a-memba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Sedang membaca 2152  ·  Detail: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Kotak hijau mengikuti nomor lambung selama truk bergerak.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Panel kanan atas — NOMOR TERBARU — menunjukkan potongan gambar yang dibaca, diperbesar agar bisa dinilai mata.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Panel SEDANG DIBACA menampilkan truk yang masih dalam proses. Satu truk bisa dibaca dari banyak gambar sebelum sistem menyimpulkan.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Kotak muncul lebih dulu, angkanya menyusul. Itu memang dirancang begitu: deteksi tidak menunggu pembacaan selesai.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2b  ·  BILA PERLU DIPERIKSA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Detail: ON — Menunjukkan Dasar Pembacaan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gate-a-detail-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Detail: ON — tampilan diagnosa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Dipakai hanya ketika sebuah hasil baca perlu ditelusuri. Sehari-hari biarkan OFF.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Strip TRUCK ID: seluruh potongan gambar yang dipakai membaca, beserta hasil baca masing-masing. Di sinilah terlihat kenapa sistem sampai pada satu angka.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Panel kanan menambah jejak, nomor sampel, dan porsi suara — dasar kesimpulannya.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Daftar kiri menambah keyakinan dan hasil pencocokan; baris bisa diklik untuk membuka rincian voting.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Kembalikan ke OFF setelah selesai, agar layar operator tetap bersih.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3  ·  HASIL DI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Enam Truk Tercatat Masuk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gate-a-seles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Gate A selesai  ·  6 lintasan masuk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Daftar Lintasan Terbaru: setiap truk dengan potongan gambar nomornya, tersimpan di perangkat ini sendiri.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Ikon di kanan tiap baris adalah status pengiriman ke pusat, bukan status pembacaan. Hijau berarti pusat sudah menerimanya.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8901 tampil tanpa awalan HD karena nomor itu tidak ada di master — tetap dicatat, dan ditandai di konsol pusat.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Strip bawah: ANTRE 0 berarti semua hasil sudah sampai ke pusat.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4  ·  KONSOL PUSAT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Pusat Tahu Truk Mana yang Di Dalam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pusat-di-dal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Pusat  ·  6 truk di dalam, 0 ritase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Halaman Ritase &amp; Posisi Truk. Karena Gate A adalah gerbang masuk, pusat menyimpulkan keenam truk berada di dalam area tambang.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Tabel Posisi Truk menyebut buktinya: lewat gate mana, jam berapa, dengan keyakinan berapa.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8901 diberi tanda BELUM TERDAFTAR — nomornya terbaca yakin, tapi tidak ada di master data. Ia tetap dihitung sebagai truk di dalam area.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Ritase masih 0. Belum ada yang keluar, jadi belum ada siklus yang tertutup.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Panel kanan menjelaskan hal itu, bukan menampilkan tabel kosong.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5  ·  PEMBACAAN KELUAR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Truk Keluar Lewat Gate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gate-b-kelu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Gate B  ·  sedang membaca 2241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Konsol yang sama, perangkat yang berbeda: CAM-GATE-B, KELUAR.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Arah ini juga datang dari pusat. Karena itu Gate B hanya ditawari rekaman keluar — memutar rekaman masuk di gerbang keluar akan salah mencatat arahnya.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Di gerbang keluar, pusat mendahulukan daftar truk yang sedang di dalam saat mencocokkan nomor: truk hanya bisa keluar kalau tadi masuk.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Dua kotak sekaligus berarti dua truk terlihat di frame yang sama.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6  ·  RITASE TERCATAT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Enam Siklus Tertutup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pusat-ritase-seles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Pusat  ·  6 ritase, 0 belum berpasangan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▪  Ritase Selesai 6. Truk Di Dalam Area kembali 0 — semuanya sudah keluar.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▪  Tabel Ritase per Truk memberi jumlah masuk, keluar, dan durasi siklus tiap unit: sekitar 9 menit untuk pasangan operasional.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▪  8901 tetap dihitung satu ritase dan tetap ditandai. Truknya benar mengangkut; mengabaikannya akan mengurangi laporan haulage, menyembunyikan tandanya akan menambah armada tanpa sepengetahuan siapa pun.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▪  Lintasan per Gate menunjukkan arah tiap gerbang: A enam masuk, B enam keluar.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F59E0B"/>
                </a:solidFill>
                <a:latin typeface="Segoe UI"/>
              </a:rPr>
              <a:t>▪  Belum Berpasangan 0 — tidak ada lintasan yang menggantung.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7  ·  RIWAYAT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Menelusuri Pembacaan Satu per Satu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pusat-riway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Pusat  ·  Riwayat Pembacaan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Halaman Riwayat Pembacaan: ringkasan posisi armada di atas, daftar pembacaan di bawah, rincian satu pembacaan di panel kanan.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Durasi siklus di sini ditampilkan lebih presisi — 8m 45s, 9m 28s — karena dipasangkan menurut waktu lintasan sebenarnya.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Klik satu baris di Daftar Pembacaan Nomor Lambung untuk melihat foto nomor lambung dan gambar penuhnya di panel kanan.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Pemilih gate di atas daftar menyaring per gerbang.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LANGKAH 8  ·  LAPORAN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Menyusun Laporan dan Mengekspornya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7534656" cy="3456525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-pusat-lapor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7461504" cy="3383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882989"/>
            <a:ext cx="7461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Konsol Pusat  ·  Laporan Harian &amp;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Pilih shift: SHIFT SIANG, SHIFT MALAM, atau KUSTOM dengan tanggal dan jam sendiri. Isi laporan mengikuti jendela waktu yang dipilih.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Kartu ringkas: ritase, lintasan gate, belum berpasangan, dan presisi pembacaan.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Dua tombol ekspor di kanan jendela waktu: Excel untuk diolah lagi, PDF untuk lampiran resmi.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F59E0B"/>
                </a:solidFill>
                <a:latin typeface="Segoe UI"/>
              </a:rPr>
              <a:t>▪  Berkas dibuat di browser dari data yang sedang tampil, jadi isinya persis apa yang terlihat di layar.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HASIL EKSPOR  · 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Berkas PDF untuk Lampiran Resmi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3273552" cy="4599432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pdf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320040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25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Halaman 1 dari 2  ·  44 KB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Nama berkas menyebut sendiri jendelanya: LAPORAN_RITASE_2026-08-08_SIANG_0700-1900.pdf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Kepala laporan mencantumkan jendela waktu, tanggal run deteksi, dan model deteksi yang dipakai — supaya angkanya bisa dipertanggungjawabkan.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Kolom Dasar pada Ringkasan Shift membedakan angka terukur, turunan, dan setelan sistem. Pembaca tahu mana yang diukur dan mana yang dihitung.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Baris "di antaranya belum terdaftar" duduk tepat di bawah angka ritase utama, jadi yang menandatangani halaman ini melihatnya tanpa harus mencari.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Tabel per nomor lambung punya kolom Status: 8901 tertulis BELUM TERDAFTAR, sisanya terdaftar. Nomornya sendiri dibiarkan bersih agar mudah disalin ke master.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Halaman kedua memuat definisi ritase — termasuk sebutan eksplisit nomor yang belum terdaftar — dan dua kolom tanda tangan: Pengawas Shift dan Auditor Operasi.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HASIL EKSPOR  · 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Berkas Excel untuk Diolah Lagi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" y="1371600"/>
            <a:ext cx="3478174" cy="4599432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excel-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176"/>
            <a:ext cx="3405022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025896"/>
            <a:ext cx="340502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688"/>
                </a:solidFill>
                <a:latin typeface="Consolas"/>
              </a:rPr>
              <a:t>Isi berkas .xlsx  ·  10 KB  ·  4 sheet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1481328"/>
            <a:ext cx="345643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Empat sheet: Ringkasan, Per Gate, Per Nomor Lambung, dan Belum Berpasangan.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Ringkasan memuat dua baris khusus: Ritase belum terdaftar, dan daftar nomornya — jadi celah registri terbaca tanpa perlu menyisir tabel.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Per Nomor Lambung punya kolom Status tersendiri, bukan tanda yang menempel pada nomornya. Nomor tetap bisa disortir, difilter, dan disalin ke master.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Sheet Belum Berpasangan tetap ada meski kosong — kolomnya siap dipakai saat ada lintasan yang menggantung.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Angka disimpan sebagai angka, bukan teks, jadi bisa langsung dijumlah dan di-pivot.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F59E0B"/>
                </a:solidFill>
                <a:latin typeface="Segoe UI"/>
              </a:rPr>
              <a:t>▪  Gambar ini hasil render berkas aslinya; beberapa kolom paling kanan terpotong oleh pemenggalan halaman — di Excel semuanya utuh.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75488"/>
            <a:ext cx="54864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572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59E0B"/>
                </a:solidFill>
                <a:latin typeface="Consolas"/>
              </a:rPr>
              <a:t>RINGKAS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8FAFC"/>
                </a:solidFill>
                <a:latin typeface="Segoe UI"/>
              </a:rPr>
              <a:t>Alur Lengkap dalam Satu Halaman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1201400" cy="4069080"/>
          </a:xfrm>
          <a:prstGeom prst="roundRect">
            <a:avLst>
              <a:gd name="adj" fmla="val 6000"/>
            </a:avLst>
          </a:prstGeom>
          <a:solidFill>
            <a:srgbClr val="2A31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Truk lewat gerbang masuk → kamera membaca nomor lambung → hasilnya tersimpan di perangkat gate dan terkirim ke pusat.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Pusat melihat gate itu bergerbang masuk → truk dicatat berada di dalam area tambang.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Truk lewat gerbang keluar → nomor yang sama terbaca → siklus tertutup, tercatat satu ritase beserta durasinya.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Nomor yang terbaca yakin tapi tidak ada di master tetap dicatat dan dihitung, dengan tanda BELUM TERDAFTAR supaya bisa didaftarkan.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Halaman Ritase &amp; Posisi Truk menjawab dua hal sekaligus: sudah berapa banyak terangkut, dan apa yang masih di dalam.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Laporan shift diekspor ke Excel untuk diolah, atau PDF untuk ditandatangani.</a:t>
            </a:r>
          </a:p>
          <a:p>
            <a:pPr algn="l">
              <a:lnSpc>
                <a:spcPct val="175000"/>
              </a:lnSpc>
            </a:pPr>
            <a:r>
              <a:rPr sz="1300" b="0">
                <a:solidFill>
                  <a:srgbClr val="A3AEC2"/>
                </a:solidFill>
                <a:latin typeface="Segoe UI"/>
              </a:rPr>
              <a:t>▪  Bila jaringan ke pusat terputus: gerbang tetap membaca dan mengantre. Hasilnya terkirim sendiri begitu jaringan pulih.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ISHS  ·  Panduan Penggunaan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688"/>
                </a:solidFill>
                <a:latin typeface="Consolas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